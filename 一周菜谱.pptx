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一周健康菜谱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（2026.03.27 - 04.02）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1280160"/>
            <a:ext cx="1170432" cy="347472"/>
          </a:xfrm>
          <a:prstGeom prst="roundRect">
            <a:avLst>
              <a:gd name="adj" fmla="val 15789"/>
            </a:avLst>
          </a:prstGeom>
          <a:solidFill>
            <a:srgbClr val="E17055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128016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 3/27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69164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73736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70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早餐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0312" y="192938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杂粮包 + 水煮蛋 + 麻酱菠菜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2880" y="256032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5F6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260604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70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午餐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0312" y="279806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（学校）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2880" y="342900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347472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70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晚餐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0312" y="366674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清蒸鱼 + 麻酱菠菜 + 米饭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53312" y="1280160"/>
            <a:ext cx="1170432" cy="347472"/>
          </a:xfrm>
          <a:prstGeom prst="roundRect">
            <a:avLst>
              <a:gd name="adj" fmla="val 15789"/>
            </a:avLst>
          </a:prstGeom>
          <a:solidFill>
            <a:srgbClr val="FDCB6E"/>
          </a:solidFill>
          <a:ln/>
        </p:spPr>
      </p:sp>
      <p:sp>
        <p:nvSpPr>
          <p:cNvPr id="16" name="Text 14"/>
          <p:cNvSpPr/>
          <p:nvPr/>
        </p:nvSpPr>
        <p:spPr>
          <a:xfrm>
            <a:off x="1353312" y="128016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周六 3/28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353312" y="169164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3312" y="173736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早餐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80744" y="192938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红薯 + 鸡蛋灌饼 + 炒小青菜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353312" y="256032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5F6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53312" y="260604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午餐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80744" y="279806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烤鸡翅 + 茼蒿 + 玉米段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353312" y="342900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53312" y="347472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CB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晚餐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380744" y="366674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牛肉炖土豆 + 青菜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523744" y="1280160"/>
            <a:ext cx="1170432" cy="347472"/>
          </a:xfrm>
          <a:prstGeom prst="roundRect">
            <a:avLst>
              <a:gd name="adj" fmla="val 15789"/>
            </a:avLst>
          </a:prstGeom>
          <a:solidFill>
            <a:srgbClr val="74B9FF"/>
          </a:solidFill>
          <a:ln/>
        </p:spPr>
      </p:sp>
      <p:sp>
        <p:nvSpPr>
          <p:cNvPr id="27" name="Text 25"/>
          <p:cNvSpPr/>
          <p:nvPr/>
        </p:nvSpPr>
        <p:spPr>
          <a:xfrm>
            <a:off x="2523744" y="128016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周日 3/29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23744" y="169164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23744" y="173736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4B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早餐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551176" y="192938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山药粥 + 鸡蛋 + 凉拌菠菜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523744" y="256032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5F6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23744" y="260604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4B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午餐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51176" y="279806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烤鸡翅 + 茼蒿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523744" y="342900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23744" y="347472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4B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晚餐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551176" y="366674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清炒小青菜 + 山药鱼汤 + 米饭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94176" y="1280160"/>
            <a:ext cx="1170432" cy="347472"/>
          </a:xfrm>
          <a:prstGeom prst="roundRect">
            <a:avLst>
              <a:gd name="adj" fmla="val 15789"/>
            </a:avLst>
          </a:prstGeom>
          <a:solidFill>
            <a:srgbClr val="55A3FF"/>
          </a:solidFill>
          <a:ln/>
        </p:spPr>
      </p:sp>
      <p:sp>
        <p:nvSpPr>
          <p:cNvPr id="38" name="Text 36"/>
          <p:cNvSpPr/>
          <p:nvPr/>
        </p:nvSpPr>
        <p:spPr>
          <a:xfrm>
            <a:off x="3694176" y="128016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 3/30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94176" y="169164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94176" y="173736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5A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早餐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721608" y="192938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杂粮包 + 煎蛋 + 麻酱菠菜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694176" y="256032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5F6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94176" y="260604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5A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午餐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721608" y="279806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（学校）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694176" y="342900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94176" y="347472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5A3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晚餐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721608" y="366674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山药炒肉片 + 青菜 + 米饭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864608" y="1280160"/>
            <a:ext cx="1170432" cy="347472"/>
          </a:xfrm>
          <a:prstGeom prst="roundRect">
            <a:avLst>
              <a:gd name="adj" fmla="val 15789"/>
            </a:avLst>
          </a:prstGeom>
          <a:solidFill>
            <a:srgbClr val="A29BFE"/>
          </a:solidFill>
          <a:ln/>
        </p:spPr>
      </p:sp>
      <p:sp>
        <p:nvSpPr>
          <p:cNvPr id="49" name="Text 47"/>
          <p:cNvSpPr/>
          <p:nvPr/>
        </p:nvSpPr>
        <p:spPr>
          <a:xfrm>
            <a:off x="4864608" y="128016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 3/31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64608" y="169164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64608" y="173736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29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早餐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92040" y="192938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豆浆 + 红薯 + 水煮蛋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864608" y="256032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5F6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64608" y="260604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29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午餐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92040" y="279806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（学校）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864608" y="342900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4608" y="347472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29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晚餐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92040" y="366674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鸡蛋灌饼 + 青菜汤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035040" y="1280160"/>
            <a:ext cx="1170432" cy="347472"/>
          </a:xfrm>
          <a:prstGeom prst="roundRect">
            <a:avLst>
              <a:gd name="adj" fmla="val 15789"/>
            </a:avLst>
          </a:prstGeom>
          <a:solidFill>
            <a:srgbClr val="FD79A8"/>
          </a:solidFill>
          <a:ln/>
        </p:spPr>
      </p:sp>
      <p:sp>
        <p:nvSpPr>
          <p:cNvPr id="60" name="Text 58"/>
          <p:cNvSpPr/>
          <p:nvPr/>
        </p:nvSpPr>
        <p:spPr>
          <a:xfrm>
            <a:off x="6035040" y="128016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 4/1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35040" y="169164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35040" y="173736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早餐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062472" y="192938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鸡蛋灌饼 + 炒菠菜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035040" y="256032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5F6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35040" y="260604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午餐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062472" y="279806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（学校）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035040" y="342900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35040" y="347472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晚餐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062472" y="366674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（学校晚自习）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205472" y="1280160"/>
            <a:ext cx="1170432" cy="347472"/>
          </a:xfrm>
          <a:prstGeom prst="roundRect">
            <a:avLst>
              <a:gd name="adj" fmla="val 15789"/>
            </a:avLst>
          </a:prstGeom>
          <a:solidFill>
            <a:srgbClr val="00CEC9"/>
          </a:solidFill>
          <a:ln/>
        </p:spPr>
      </p:sp>
      <p:sp>
        <p:nvSpPr>
          <p:cNvPr id="71" name="Text 69"/>
          <p:cNvSpPr/>
          <p:nvPr/>
        </p:nvSpPr>
        <p:spPr>
          <a:xfrm>
            <a:off x="7205472" y="128016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 4/2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205472" y="169164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05472" y="173736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早餐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232904" y="192938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杂粮包 + 山药泥 + 荷包蛋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7205472" y="256032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5F6FA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205472" y="260604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午餐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7232904" y="279806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（学校）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7205472" y="3429000"/>
            <a:ext cx="117043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05472" y="347472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晚餐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232904" y="3666744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（学校晚自习）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叶菜2-3天内吃完 · 鸡翅用空气炸锅200度烤 · 调味不加糖葱蒜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2026-03-26T14:59:25Z</dcterms:created>
  <dcterms:modified xsi:type="dcterms:W3CDTF">2026-03-26T14:59:25Z</dcterms:modified>
</cp:coreProperties>
</file>