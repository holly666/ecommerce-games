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📖 如何在教材上做笔记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FEF3C7"/>
          </a:solidFill>
          <a:ln w="25400">
            <a:solidFill>
              <a:srgbClr val="F7DC6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核心原则：教材是大家的笔记来源，不是在课堂重新抄一遍！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三步法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028090"/>
          </a:solidFill>
          <a:ln/>
        </p:spPr>
      </p:sp>
      <p:sp>
        <p:nvSpPr>
          <p:cNvPr id="8" name="Shape 6"/>
          <p:cNvSpPr/>
          <p:nvPr/>
        </p:nvSpPr>
        <p:spPr>
          <a:xfrm>
            <a:off x="1417320" y="237744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417320" y="2377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课前预习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48640" y="37033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快速浏览章节，划出小标题和黑体字，知道这一节讲什么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224028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00A896"/>
          </a:solidFill>
          <a:ln/>
        </p:spPr>
      </p:sp>
      <p:sp>
        <p:nvSpPr>
          <p:cNvPr id="13" name="Shape 11"/>
          <p:cNvSpPr/>
          <p:nvPr/>
        </p:nvSpPr>
        <p:spPr>
          <a:xfrm>
            <a:off x="4251960" y="237744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251960" y="2377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383280" y="32004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课中标注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383280" y="37033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用铅笔在旁边写关键词、疑问、自己的理解，不要用荧光笔涂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224028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E67E22"/>
          </a:solidFill>
          <a:ln/>
        </p:spPr>
      </p:sp>
      <p:sp>
        <p:nvSpPr>
          <p:cNvPr id="18" name="Shape 16"/>
          <p:cNvSpPr/>
          <p:nvPr/>
        </p:nvSpPr>
        <p:spPr>
          <a:xfrm>
            <a:off x="7086600" y="237744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7086600" y="2377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67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217920" y="32004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课后整理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217920" y="37033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把老师的补充内容整理到笔记本上，形成自己的知识体系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标注颜色指南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" y="480060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FBBF24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800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黄色：划概念/定义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606040" y="480060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F87171"/>
          </a:solidFill>
          <a:ln/>
        </p:spPr>
      </p:sp>
      <p:sp>
        <p:nvSpPr>
          <p:cNvPr id="26" name="Text 24"/>
          <p:cNvSpPr/>
          <p:nvPr/>
        </p:nvSpPr>
        <p:spPr>
          <a:xfrm>
            <a:off x="2606040" y="4800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红色：划重点/关键词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480060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34D399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4800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绿色：划自己不懂的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903720" y="480060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60A5FA"/>
          </a:solidFill>
          <a:ln/>
        </p:spPr>
      </p:sp>
      <p:sp>
        <p:nvSpPr>
          <p:cNvPr id="30" name="Text 28"/>
          <p:cNvSpPr/>
          <p:nvPr/>
        </p:nvSpPr>
        <p:spPr>
          <a:xfrm>
            <a:off x="6903720" y="4800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蓝色：老师的补充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2026-03-27T07:30:29Z</dcterms:created>
  <dcterms:modified xsi:type="dcterms:W3CDTF">2026-03-27T07:30:29Z</dcterms:modified>
</cp:coreProperties>
</file>