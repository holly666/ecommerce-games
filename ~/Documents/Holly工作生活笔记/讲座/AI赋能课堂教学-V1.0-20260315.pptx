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AI赋能课堂教学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IMA实战技巧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Holly |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今天聊什么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DeepSeek制作网页游戏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用AI生成课堂互动工具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上传资料+AI出题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效率提升秘诀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工具组合使用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DeepSeek制作网页课堂交互游戏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DeepSeek提示词公式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 + 设计课堂游戏要求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提示词示例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E3A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请设计一个关于【店铺运营】的课堂互动游戏，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包含选择题和判断题，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以html格式输出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生成HTML网页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提示词加一句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加上「以html格式输出」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获取完整代码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AI生成完整网页代码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保存为.html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复制到记事本，保存为HTML文件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关键技巧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描述越具体，游戏越符合需求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预览后发现问题，直接告诉AI调整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可以让AI自己检查代码问题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AI回复形式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全代码生成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查看预览发现问题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自己描述让AI调整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逐步优化完善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只呈现需调整的代码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让AI自己检查问题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只输出有问题的部分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更精准修改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本地调试优化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双击网页查看效果，有问题随时让AI调整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在记事本中编辑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20116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64592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双击HTML查看预览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20116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64592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发现问题告诉AI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20116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164592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逐步优化完善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 → AI出题 → 问卷星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74320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IMA是什么？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腾讯AI知识库助手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入口：ima.cj.qq.com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 → AI理解 → 问答/出题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PDF、Word、图片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AI理解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自动解析内容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问答出题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基于资料生成内容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上传知识点资料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新建知识库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点击+创建专属知识库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支持PDF、Word、图片等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等待解析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AI自动理解内容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支持的资料类型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背诵知识点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实际案例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上传【店铺运营学测背诵知识点】+【练习册】，让AI基于资料出题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用IMA AI出题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上传资料后，直接对话让AI出题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提示词示例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根据上传资料，设计项目X的题目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生成10道选择题，包含答案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出5道判断题，考验学生理解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请针对【某个知识点】出3道简答题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按问卷星格式生成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把题目格式模板发给AI，一键复制到问卷星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1E3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问卷星格式示例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题目内容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选项1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选项2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答案：A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题目内容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选项1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选项2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答案：B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操作步骤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把问卷星题目模板发给IMA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让AI按格式生成题目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一键复制到问卷星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实战案例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店铺运营学测题库生成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上传背诵知识点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上传练习册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输入提示词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获取题目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7824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816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复制到问卷星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效果展示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10道选择题 + 5道判断题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包含完整答案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按问卷星格式直接导入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 组合使用效率更高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老师角色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从执行者→设计者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让学生参与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AI使用过程也是学习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谢谢！有问题随时找我~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AI赋能课堂教学</dc:title>
  <dc:subject>PptxGenJS Presentation</dc:subject>
  <dc:creator>Holly</dc:creator>
  <cp:lastModifiedBy>Holly</cp:lastModifiedBy>
  <cp:revision>1</cp:revision>
  <dcterms:created xsi:type="dcterms:W3CDTF">2026-03-14T23:44:57Z</dcterms:created>
  <dcterms:modified xsi:type="dcterms:W3CDTF">2026-03-14T23:44:57Z</dcterms:modified>
</cp:coreProperties>
</file>