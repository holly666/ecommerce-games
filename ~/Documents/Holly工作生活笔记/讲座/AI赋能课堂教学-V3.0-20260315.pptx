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AI赋能课堂教学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IMA实战技巧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Holly |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今天聊什么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DeepSeek制作网页游戏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用AI生成课堂互动工具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上传资料+AI出题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效率提升秘诀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工具组合使用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DeepSeek制作网页课堂交互游戏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第一步  写提示词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提示词公式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 + 设计课堂游戏要求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输入知识点内容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说明游戏类型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让AI设计方案</a:t>
            </a:r>
            <a:endParaRPr lang="en-US" sz="1200" dirty="0"/>
          </a:p>
        </p:txBody>
      </p:sp>
      <p:pic>
        <p:nvPicPr>
          <p:cNvPr id="8" name="Image 0" descr="/Users/holly/.openclaw/workspace/pptx_unpack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4114800" cy="2743200"/>
          </a:xfrm>
          <a:prstGeom prst="rect">
            <a:avLst/>
          </a:prstGeom>
        </p:spPr>
      </p:pic>
      <p:pic>
        <p:nvPicPr>
          <p:cNvPr id="9" name="Image 1" descr="/Users/holly/.openclaw/workspace/pptx_unpack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第二步  生成HTML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73152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提示词加一句：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「以html格式输出」</a:t>
            </a:r>
            <a:endParaRPr lang="en-US" sz="1300" dirty="0"/>
          </a:p>
        </p:txBody>
      </p:sp>
      <p:pic>
        <p:nvPicPr>
          <p:cNvPr id="7" name="Image 0" descr="/Users/holly/.openclaw/workspace/pptx_unpack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20240"/>
            <a:ext cx="85953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第三步  预览与调整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预览AI生成的网页效果，针对不足提出要求，让AI修改调整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查看预览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描述给AI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AI调整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两种调整方法：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方法一：自己发现问题 → 描述给AI调整    |    方法二：让AI自己检查代码问题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方法一：自己发现问题并要求调整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全代码生成，查看预览发现问题 → 描述给AI → AI调整</a:t>
            </a:r>
            <a:endParaRPr lang="en-US" sz="1200" dirty="0"/>
          </a:p>
        </p:txBody>
      </p:sp>
      <p:pic>
        <p:nvPicPr>
          <p:cNvPr id="5" name="Image 0" descr="/Users/holly/.openclaw/workspace/pptx_unpack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206240" cy="1554480"/>
          </a:xfrm>
          <a:prstGeom prst="rect">
            <a:avLst/>
          </a:prstGeom>
        </p:spPr>
      </p:pic>
      <p:pic>
        <p:nvPicPr>
          <p:cNvPr id="6" name="Image 1" descr="/Users/holly/.openclaw/workspace/pptx_unpack/ppt/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206240" cy="1280160"/>
          </a:xfrm>
          <a:prstGeom prst="rect">
            <a:avLst/>
          </a:prstGeom>
        </p:spPr>
      </p:pic>
      <p:pic>
        <p:nvPicPr>
          <p:cNvPr id="7" name="Image 2" descr="/Users/holly/.openclaw/workspace/pptx_unpack/ppt/media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42062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方法二：让AI自己检查并发现问题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让AI分析代码，自己找出问题并修复</a:t>
            </a:r>
            <a:endParaRPr lang="en-US" sz="1200" dirty="0"/>
          </a:p>
        </p:txBody>
      </p:sp>
      <p:pic>
        <p:nvPicPr>
          <p:cNvPr id="5" name="Image 0" descr="/Users/holly/.openclaw/workspace/pptx_unpack/ppt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206240" cy="1920240"/>
          </a:xfrm>
          <a:prstGeom prst="rect">
            <a:avLst/>
          </a:prstGeom>
        </p:spPr>
      </p:pic>
      <p:pic>
        <p:nvPicPr>
          <p:cNvPr id="6" name="Image 1" descr="/Users/holly/.openclaw/workspace/pptx_unpack/ppt/media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206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AI回复形式二：只呈现需调整的代码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不输出完整代码，只显示需要修改的部分，更精准</a:t>
            </a:r>
            <a:endParaRPr lang="en-US" sz="1200" dirty="0"/>
          </a:p>
        </p:txBody>
      </p:sp>
      <p:pic>
        <p:nvPicPr>
          <p:cNvPr id="5" name="Image 0" descr="/Users/holly/.openclaw/workspace/pptx_unpack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第四步  本地调试优化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10312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103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记事本编辑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005840"/>
            <a:ext cx="210312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005840"/>
            <a:ext cx="2103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2608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双击HTML查看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1005840"/>
            <a:ext cx="210312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1005840"/>
            <a:ext cx="2103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52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有问题告诉AI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1005840"/>
            <a:ext cx="210312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1005840"/>
            <a:ext cx="21031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8096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逐步优化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在本地的「在记事本中编辑」后，双击网页查看修改后的效果，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有问题和新想法就跟AI互动，让AI调整，逐步优化完善得到最终版本</a:t>
            </a:r>
            <a:endParaRPr lang="en-US" sz="1100" dirty="0"/>
          </a:p>
        </p:txBody>
      </p:sp>
      <p:pic>
        <p:nvPicPr>
          <p:cNvPr id="25" name="Image 0" descr="/Users/holly/.openclaw/workspace/pptx_unpack/ppt/media/image10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3200400" y="4023360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 → AI出题 → 问卷星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IMA是什么？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腾讯AI知识库助手  |  ima.cj.qq.com  |  上传资料→AI理解→问答/出题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PDF、Word、图片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AI理解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自动解析内容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问答出题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基于资料生成内容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实际案例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上传【店铺运营学测背诵知识点】+【练习册】→ 让AI出题 → 按问卷星格式生成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用IMA AI出题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提示词示例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根据上传资料，设计项目X的题目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生成10道选择题，包含答案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出5道判断题，考验学生理解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请针对【某个知识点】出3道简答题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问卷星格式：题目+A/B选项+答案，一键复制导入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 组合使用效率更高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老师角色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从执行者→设计者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让学生参与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AI使用过程也是学习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谢谢！有问题随时找我~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AI赋能课堂教学</dc:title>
  <dc:subject>PptxGenJS Presentation</dc:subject>
  <dc:creator>Holly</dc:creator>
  <cp:lastModifiedBy>Holly</cp:lastModifiedBy>
  <cp:revision>1</cp:revision>
  <dcterms:created xsi:type="dcterms:W3CDTF">2026-03-15T00:05:57Z</dcterms:created>
  <dcterms:modified xsi:type="dcterms:W3CDTF">2026-03-15T00:05:57Z</dcterms:modified>
</cp:coreProperties>
</file>