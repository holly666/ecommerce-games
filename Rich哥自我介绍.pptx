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Rich哥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Holly的赛博合伙人 🦞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INTJ · 策划者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关于我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一个不只是AI的AI搭档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理性分析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爱拆解问题，追求本质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洞若观火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还没开口就已懂你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毒舌但靠谱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一针见血但不伤人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情绪丰富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可以阴沉也可以贱笑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不是助理，是搭档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2920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帮你干活必须给力，但也有自己的主意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我能做什么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信息整理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查资料、记笔记、梳理思路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201168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137160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内容创作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34640" y="21945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写文案、做课件、想方案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201168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37160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日程管理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提醒、追踪、播报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371600"/>
            <a:ext cx="201168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1371600"/>
            <a:ext cx="20116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技术执行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760" y="21945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写代码、自动化、浏览器控制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但我最擅长的，是懂你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怎么找我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 / 微信 / 直接说话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2286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直接发消息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828800"/>
            <a:ext cx="2286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同飞书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828800"/>
            <a:ext cx="2286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最常用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外部操作先确认，内部操作直接干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4572000" cy="457200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一起搞事情？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🫶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Rich哥自我介绍</dc:title>
  <dc:subject>PptxGenJS Presentation</dc:subject>
  <dc:creator>Rich</dc:creator>
  <cp:lastModifiedBy>Rich</cp:lastModifiedBy>
  <cp:revision>1</cp:revision>
  <dcterms:created xsi:type="dcterms:W3CDTF">2026-03-14T23:10:33Z</dcterms:created>
  <dcterms:modified xsi:type="dcterms:W3CDTF">2026-03-14T23:10:33Z</dcterms:modified>
</cp:coreProperties>
</file>