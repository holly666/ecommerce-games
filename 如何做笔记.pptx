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📝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高效做笔记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让知识真正进脑子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高二《网络营销推广》| 24电商1班 &amp; 3班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😱 灵魂拷问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你的笔记本是不是花花绿绿全是荧光笔？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划完重点合上书，明天还记得多少？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考试前复习，对着一堆画线发呆？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上课奋笔疾书，结果只是抄了一遍教材？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EF3F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无效笔记 = 抄书 + 划线 + 感动自己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笔记是为了 </a:t>
            </a:r>
            <a:pPr indent="0" marL="0">
              <a:buNone/>
            </a:pPr>
            <a:r>
              <a:rPr lang="en-US" sz="20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理解和记忆</a:t>
            </a:r>
            <a:pPr indent="0" marL="0">
              <a:buNone/>
            </a:pPr>
            <a:r>
              <a:rPr lang="en-US" sz="20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，不是为了好看！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好笔记的三个标准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371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关键词捕捉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记核心概念，不抄完整句子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用自己的话复述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结构化组织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用框架/图示整理内容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知识之间有逻辑关系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371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主动回顾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课后立即整理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定期复习，不是等考前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🥇 康奈尔笔记法 — 全球公认最有效的笔记系统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笔记区（上课时）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记录老师讲的关键词/概念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用简短句子，不要全抄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听不懂的先画个？课后补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边听边思考，不是打字员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743200" cy="1463040"/>
          </a:xfrm>
          <a:prstGeom prst="rect">
            <a:avLst/>
          </a:prstGeom>
          <a:solidFill>
            <a:srgbClr val="F7DC6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提示栏（课后）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508760"/>
            <a:ext cx="274320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600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右侧留白，课后写：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疑问？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自己的理解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743200"/>
            <a:ext cx="2743200" cy="20116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总结区（复习时）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154680"/>
            <a:ext cx="27432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2461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用一句话总结这页内容：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写下核心概念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考前快速回忆用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捂住笔记区，背诵检验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E8F6F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比例：笔记区占60% | 提示栏20% | 总结区20%  |  横线下方的总结区是精髓！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5R复习法 — 笔记记完怎么用？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✏️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上课快速记录关键词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✂️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9456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简化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6771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课后整理，删减多余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🗣️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93192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0507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捂住笔记，背出要点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💭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6928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思考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4243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写下疑问和个人理解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0664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复习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7979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每天/每周定期回顾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EF9E7"/>
          </a:solidFill>
          <a:ln w="25400">
            <a:solidFill>
              <a:srgbClr val="F7DC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黄金复习时间：课后24小时内第一次复习 → 考前第二次 → 一个月后第三次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做笔记的常见误区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09728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划满全篇=都会了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只划20%核心，其他靠思考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87452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抄PPT/抄书原文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只记自己的理解和大纲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6517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笔记密密麻麻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留白很重要，留给复习补充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4290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记完就扔一边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24小时内必须回顾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20624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06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只有文字没有图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206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适当用思维导图/框架图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电商专业课笔记示例 — 网络营销推广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EF3F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低效笔记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 网络营销推广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网络营销的定义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网络营销的特点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常用的营销方式：SEO、SEM、
   社群营销、内容营销...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（整页都是抄书，一个字没理解）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高效笔记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营销漏斗模型（康奈尔）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流量→转化→留存→复购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= 付费买流量，见效快但贵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= 免费优化，见效慢但稳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？: 私域流量和公域的区别？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课后要查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8F6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好笔记 = 自己的话 + 框架结构 + 疑问记录 + 定期复习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电商专业术语多，一定要理解每个词的含义再记！死记硬背没用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思维导图 — 让知识可视化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1097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网络营销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推广方式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搜索营销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SEO/SEM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188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社群营销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微信/小红书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内容营销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短视频/图文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直播电商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抖音/淘宝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411480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4114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私域运营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社群/公众号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1600200"/>
            <a:ext cx="100584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600200"/>
            <a:ext cx="91440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703320"/>
            <a:ext cx="128016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703320"/>
            <a:ext cx="118872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108960"/>
            <a:ext cx="0" cy="10058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思维导图适合：整理章节框架、考前快速回顾、梳理知识点关系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从今天开始改变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0" y="109728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准备一本专门的笔记本（康奈尔格式 or 网格本）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13055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08483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上课只记20%核心，80%靠理解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84378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43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798064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课后24小时内，必须完成「简化+背诵+疑问」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557016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511296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每周日复习本周所有笔记（30分钟）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27024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70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22452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试着用思维导图整理本章框架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3657600" cy="3657600"/>
          </a:xfrm>
          <a:prstGeom prst="ellipse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💪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笔记是学习的工具，不是装饰品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DC6F"/>
                </a:solidFill>
              </a:rPr>
              <a:t>从今天开始，做一个会学习的人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6F3"/>
                </a:solidFill>
              </a:rPr>
              <a:t>高二《网络营销推广》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高效做笔记</dc:title>
  <dc:subject>PptxGenJS Presentation</dc:subject>
  <dc:creator>Holly</dc:creator>
  <cp:lastModifiedBy>Holly</cp:lastModifiedBy>
  <cp:revision>1</cp:revision>
  <dcterms:created xsi:type="dcterms:W3CDTF">2026-03-27T07:19:59Z</dcterms:created>
  <dcterms:modified xsi:type="dcterms:W3CDTF">2026-03-27T07:19:59Z</dcterms:modified>
</cp:coreProperties>
</file>