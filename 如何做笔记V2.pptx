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028090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743200"/>
            <a:ext cx="3657600" cy="3657600"/>
          </a:xfrm>
          <a:prstGeom prst="ellipse">
            <a:avLst/>
          </a:prstGeom>
          <a:solidFill>
            <a:srgbClr val="00A896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📝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高效做笔记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3017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A896"/>
                </a:solidFill>
              </a:rPr>
              <a:t>让知识真正进脑子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200400" y="3657600"/>
            <a:ext cx="2743200" cy="457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高二《网络营销推广》| 24电商1班 &amp; 3班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3A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😱 灵魂拷问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828800" cy="0"/>
          </a:xfrm>
          <a:prstGeom prst="line">
            <a:avLst/>
          </a:prstGeom>
          <a:noFill/>
          <a:ln w="50800">
            <a:solidFill>
              <a:srgbClr val="F9616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88720"/>
            <a:ext cx="7772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1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你的笔记本是不是花花绿绿全是荧光笔？</a:t>
            </a:r>
            <a:endParaRPr lang="en-US" sz="2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1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划完重点合上书，明天还记得多少？</a:t>
            </a:r>
            <a:endParaRPr lang="en-US" sz="2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1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考试前复习，对着一堆画线发呆？</a:t>
            </a:r>
            <a:endParaRPr lang="en-US" sz="2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1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上课奋笔疾书，结果只是抄了一遍教材？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3657600"/>
            <a:ext cx="8229600" cy="1097280"/>
          </a:xfrm>
          <a:prstGeom prst="roundRect">
            <a:avLst>
              <a:gd name="adj" fmla="val 8333"/>
            </a:avLst>
          </a:prstGeom>
          <a:solidFill>
            <a:srgbClr val="FEF3F2"/>
          </a:solidFill>
          <a:ln w="25400">
            <a:solidFill>
              <a:srgbClr val="F961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79476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无效笔记 = 抄书 + 划线 + 感动自己
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笔记是为了 </a:t>
            </a:r>
            <a:pPr indent="0" marL="0">
              <a:buNone/>
            </a:pPr>
            <a:r>
              <a:rPr lang="en-US" sz="2000" b="1" dirty="0">
                <a:solidFill>
                  <a:srgbClr val="1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理解和记忆</a:t>
            </a:r>
            <a:pPr indent="0" marL="0">
              <a:buNone/>
            </a:pPr>
            <a:r>
              <a:rPr lang="en-US" sz="2000" dirty="0">
                <a:solidFill>
                  <a:srgbClr val="1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，不是为了好看！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✅ 好笔记的三个标准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51760" cy="347472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17320" y="1371600"/>
            <a:ext cx="731520" cy="7315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1417320" y="1371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4360" y="22860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3A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关键词捕捉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94360" y="292608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记核心概念，不抄完整句子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用自己的话复述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91840" y="1188720"/>
            <a:ext cx="2651760" cy="347472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51960" y="1371600"/>
            <a:ext cx="731520" cy="7315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4251960" y="1371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429000" y="22860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3A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结构化组织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429000" y="292608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用框架/图示整理内容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知识之间有逻辑关系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26480" y="1188720"/>
            <a:ext cx="2651760" cy="347472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086600" y="1371600"/>
            <a:ext cx="731520" cy="7315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7086600" y="1371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263640" y="22860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3A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主动回顾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263640" y="292608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课后立即整理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定期复习，不是等考前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🥇 康奈尔笔记法 — 全球公认最有效的笔记系统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530352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4300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笔记区（上课时）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5303520" cy="0"/>
          </a:xfrm>
          <a:prstGeom prst="line">
            <a:avLst/>
          </a:prstGeom>
          <a:noFill/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91640"/>
            <a:ext cx="49377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记录老师讲的关键词/概念
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用简短句子，不要全抄
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听不懂的先画个？课后补
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边听边思考，不是打字员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43600" y="1097280"/>
            <a:ext cx="2743200" cy="1463040"/>
          </a:xfrm>
          <a:prstGeom prst="rect">
            <a:avLst/>
          </a:prstGeom>
          <a:solidFill>
            <a:srgbClr val="F7DC6F"/>
          </a:solidFill>
          <a:ln w="25400">
            <a:solidFill>
              <a:srgbClr val="E67E2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0" y="11430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提示栏（课后）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43600" y="1508760"/>
            <a:ext cx="2743200" cy="0"/>
          </a:xfrm>
          <a:prstGeom prst="line">
            <a:avLst/>
          </a:prstGeom>
          <a:noFill/>
          <a:ln w="12700">
            <a:solidFill>
              <a:srgbClr val="E67E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0" y="160020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右侧留白，课后写：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疑问？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关键词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自己的理解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43600" y="2743200"/>
            <a:ext cx="2743200" cy="2011680"/>
          </a:xfrm>
          <a:prstGeom prst="rect">
            <a:avLst/>
          </a:prstGeom>
          <a:solidFill>
            <a:srgbClr val="00A896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0" y="2788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总结区（复习时）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943600" y="3154680"/>
            <a:ext cx="2743200" cy="0"/>
          </a:xfrm>
          <a:prstGeom prst="line">
            <a:avLst/>
          </a:prstGeom>
          <a:noFill/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0" y="3246120"/>
            <a:ext cx="2560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用一句话总结这页内容：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写下核心概念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考前快速回忆用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捂住笔记区，背诵检验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4800600"/>
            <a:ext cx="8229600" cy="320040"/>
          </a:xfrm>
          <a:prstGeom prst="roundRect">
            <a:avLst>
              <a:gd name="adj" fmla="val 14286"/>
            </a:avLst>
          </a:prstGeom>
          <a:solidFill>
            <a:srgbClr val="E8F6F3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800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比例：笔记区占60% | 提示栏20% | 总结区20%  |  横线下方的总结区是精髓！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🔄 5R复习法 — 笔记记完怎么用？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600200" cy="3200400"/>
          </a:xfrm>
          <a:prstGeom prst="roundRect">
            <a:avLst>
              <a:gd name="adj" fmla="val 6857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8016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✏️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Record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33172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7DC6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记录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30352" y="2788920"/>
            <a:ext cx="1463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上课快速记录关键词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194560" y="1143000"/>
            <a:ext cx="1600200" cy="3200400"/>
          </a:xfrm>
          <a:prstGeom prst="roundRect">
            <a:avLst>
              <a:gd name="adj" fmla="val 6857"/>
            </a:avLst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2194560" y="128016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✂️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2194560" y="192024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Reduce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194560" y="233172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7DC6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简化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267712" y="2788920"/>
            <a:ext cx="1463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课后整理，删减多余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931920" y="1143000"/>
            <a:ext cx="1600200" cy="3200400"/>
          </a:xfrm>
          <a:prstGeom prst="roundRect">
            <a:avLst>
              <a:gd name="adj" fmla="val 6857"/>
            </a:avLst>
          </a:prstGeom>
          <a:solidFill>
            <a:srgbClr val="E67E22"/>
          </a:solidFill>
          <a:ln/>
        </p:spPr>
      </p:sp>
      <p:sp>
        <p:nvSpPr>
          <p:cNvPr id="15" name="Text 13"/>
          <p:cNvSpPr/>
          <p:nvPr/>
        </p:nvSpPr>
        <p:spPr>
          <a:xfrm>
            <a:off x="3931920" y="128016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🗣️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3931920" y="192024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Recite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931920" y="233172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7DC6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背诵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005072" y="2788920"/>
            <a:ext cx="1463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捂住笔记，背出要点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0" y="1143000"/>
            <a:ext cx="1600200" cy="3200400"/>
          </a:xfrm>
          <a:prstGeom prst="roundRect">
            <a:avLst>
              <a:gd name="adj" fmla="val 6857"/>
            </a:avLst>
          </a:prstGeom>
          <a:solidFill>
            <a:srgbClr val="F96167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0" y="128016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💭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5669280" y="192024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Reflect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669280" y="233172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7DC6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思考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742432" y="2788920"/>
            <a:ext cx="1463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写下疑问和个人理解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406640" y="1143000"/>
            <a:ext cx="1600200" cy="3200400"/>
          </a:xfrm>
          <a:prstGeom prst="roundRect">
            <a:avLst>
              <a:gd name="adj" fmla="val 6857"/>
            </a:avLst>
          </a:prstGeom>
          <a:solidFill>
            <a:srgbClr val="028090"/>
          </a:solidFill>
          <a:ln/>
        </p:spPr>
      </p:sp>
      <p:sp>
        <p:nvSpPr>
          <p:cNvPr id="25" name="Text 23"/>
          <p:cNvSpPr/>
          <p:nvPr/>
        </p:nvSpPr>
        <p:spPr>
          <a:xfrm>
            <a:off x="7406640" y="128016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📅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7406640" y="192024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Review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406640" y="233172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7DC6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复习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479792" y="2788920"/>
            <a:ext cx="1463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每天/每周定期回顾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448056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EF9E7"/>
          </a:solidFill>
          <a:ln w="25400">
            <a:solidFill>
              <a:srgbClr val="F7DC6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4805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⏰ 黄金复习时间：课后24小时内第一次复习 → 考前第二次 → 一个月后第三次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🧠 艾宾浩斯记忆曲线 — 为什么要及时复习？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3A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大脑遗忘规律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3474720" cy="45720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554480"/>
            <a:ext cx="2015338" cy="457200"/>
          </a:xfrm>
          <a:prstGeom prst="roundRect">
            <a:avLst>
              <a:gd name="adj" fmla="val 10000"/>
            </a:avLst>
          </a:prstGeom>
          <a:solidFill>
            <a:srgbClr val="F96167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5544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20分钟后 遗忘58%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148840"/>
            <a:ext cx="3474720" cy="45720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2148840"/>
            <a:ext cx="1528877" cy="457200"/>
          </a:xfrm>
          <a:prstGeom prst="roundRect">
            <a:avLst>
              <a:gd name="adj" fmla="val 10000"/>
            </a:avLst>
          </a:prstGeom>
          <a:solidFill>
            <a:srgbClr val="F96167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1488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1小时后 遗忘44%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743200"/>
            <a:ext cx="3474720" cy="45720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2743200"/>
            <a:ext cx="1146658" cy="457200"/>
          </a:xfrm>
          <a:prstGeom prst="roundRect">
            <a:avLst>
              <a:gd name="adj" fmla="val 10000"/>
            </a:avLst>
          </a:prstGeom>
          <a:solidFill>
            <a:srgbClr val="F96167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7432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1天后 遗忘33%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337560"/>
            <a:ext cx="3474720" cy="45720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3337560"/>
            <a:ext cx="972922" cy="457200"/>
          </a:xfrm>
          <a:prstGeom prst="roundRect">
            <a:avLst>
              <a:gd name="adj" fmla="val 10000"/>
            </a:avLst>
          </a:prstGeom>
          <a:solidFill>
            <a:srgbClr val="F96167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3375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2天后 遗忘28%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931920"/>
            <a:ext cx="3474720" cy="45720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/>
        </p:spPr>
      </p:sp>
      <p:sp>
        <p:nvSpPr>
          <p:cNvPr id="18" name="Shape 16"/>
          <p:cNvSpPr/>
          <p:nvPr/>
        </p:nvSpPr>
        <p:spPr>
          <a:xfrm>
            <a:off x="457200" y="3931920"/>
            <a:ext cx="868680" cy="457200"/>
          </a:xfrm>
          <a:prstGeom prst="roundRect">
            <a:avLst>
              <a:gd name="adj" fmla="val 10000"/>
            </a:avLst>
          </a:prstGeom>
          <a:solidFill>
            <a:srgbClr val="F96167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9319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6天后 遗忘25%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0" y="1051560"/>
            <a:ext cx="4114800" cy="3474720"/>
          </a:xfrm>
          <a:prstGeom prst="roundRect">
            <a:avLst>
              <a:gd name="adj" fmla="val 3947"/>
            </a:avLst>
          </a:prstGeom>
          <a:solidFill>
            <a:srgbClr val="F5F3FF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11887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💡 记住这个规律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754880" y="1691640"/>
            <a:ext cx="37490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错误做法
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上课记笔记 → 丢一边不管
→ 考前临时抱佛脚
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正确做法
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当天：整理+背诵（10分钟）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第2天：快速回顾（5分钟）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第7天：再复习一次（5分钟）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第30天：月末总复习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4663440"/>
            <a:ext cx="8229600" cy="411480"/>
          </a:xfrm>
          <a:prstGeom prst="roundRect">
            <a:avLst>
              <a:gd name="adj" fmla="val 17778"/>
            </a:avLst>
          </a:prstGeom>
          <a:solidFill>
            <a:srgbClr val="8B5CF6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663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记忆的本质是重复！复习的次数越多，遗忘的速度越慢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✏️ 如何正确划重点 — 不是全划！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FEF3C7"/>
          </a:solidFill>
          <a:ln w="25400">
            <a:solidFill>
              <a:srgbClr val="F7DC6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黄金法则：一页笔记，划不超过 20% 的内容！一页10行，最多划2行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3931920" cy="3017520"/>
          </a:xfrm>
          <a:prstGeom prst="roundRect">
            <a:avLst>
              <a:gd name="adj" fmla="val 3636"/>
            </a:avLst>
          </a:prstGeom>
          <a:solidFill>
            <a:srgbClr val="FEF2F2"/>
          </a:solidFill>
          <a:ln w="25400">
            <a:solidFill>
              <a:srgbClr val="F961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9202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❌ 错误的划重点方式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42316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划满整段、整页
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荧光笔涂满整面
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老师说的全部划
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划了等于记住了
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结果：考前看起来都是重点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＝没有重点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754880" y="1828800"/>
            <a:ext cx="3931920" cy="3017520"/>
          </a:xfrm>
          <a:prstGeom prst="roundRect">
            <a:avLst>
              <a:gd name="adj" fmla="val 3636"/>
            </a:avLst>
          </a:prstGeom>
          <a:solidFill>
            <a:srgbClr val="ECFDF5"/>
          </a:solidFill>
          <a:ln w="254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19202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✅ 正确的划重点方式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37760" y="242316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只划关键词、核心概念
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划自己真正不懂的点
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用自己的话在旁边标注
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划完立刻复习一遍
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示例：「SEO」= 搜索引擎优化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而不是：整段SEO定义全划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❌ 做笔记的常见误区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640080"/>
          </a:xfrm>
          <a:prstGeom prst="roundRect">
            <a:avLst>
              <a:gd name="adj" fmla="val 11429"/>
            </a:avLst>
          </a:prstGeom>
          <a:solidFill>
            <a:srgbClr val="FECACA"/>
          </a:solidFill>
          <a:ln/>
        </p:spPr>
      </p:sp>
      <p:sp>
        <p:nvSpPr>
          <p:cNvPr id="5" name="Shape 3"/>
          <p:cNvSpPr/>
          <p:nvPr/>
        </p:nvSpPr>
        <p:spPr>
          <a:xfrm>
            <a:off x="4754880" y="1097280"/>
            <a:ext cx="3931920" cy="640080"/>
          </a:xfrm>
          <a:prstGeom prst="roundRect">
            <a:avLst>
              <a:gd name="adj" fmla="val 11429"/>
            </a:avLst>
          </a:prstGeom>
          <a:solidFill>
            <a:srgbClr val="D1FAE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9728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划满全篇=都会了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846320" y="109728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只划20%核心，其他靠思考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3931920" cy="640080"/>
          </a:xfrm>
          <a:prstGeom prst="roundRect">
            <a:avLst>
              <a:gd name="adj" fmla="val 11429"/>
            </a:avLst>
          </a:prstGeom>
          <a:solidFill>
            <a:srgbClr val="FECACA"/>
          </a:solidFill>
          <a:ln/>
        </p:spPr>
      </p:sp>
      <p:sp>
        <p:nvSpPr>
          <p:cNvPr id="9" name="Shape 7"/>
          <p:cNvSpPr/>
          <p:nvPr/>
        </p:nvSpPr>
        <p:spPr>
          <a:xfrm>
            <a:off x="4754880" y="1874520"/>
            <a:ext cx="3931920" cy="640080"/>
          </a:xfrm>
          <a:prstGeom prst="roundRect">
            <a:avLst>
              <a:gd name="adj" fmla="val 11429"/>
            </a:avLst>
          </a:prstGeom>
          <a:solidFill>
            <a:srgbClr val="D1FAE5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87452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抄PPT/抄书原文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0" y="187452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只记自己的理解和大纲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651760"/>
            <a:ext cx="3931920" cy="640080"/>
          </a:xfrm>
          <a:prstGeom prst="roundRect">
            <a:avLst>
              <a:gd name="adj" fmla="val 11429"/>
            </a:avLst>
          </a:prstGeom>
          <a:solidFill>
            <a:srgbClr val="FECACA"/>
          </a:solidFill>
          <a:ln/>
        </p:spPr>
      </p:sp>
      <p:sp>
        <p:nvSpPr>
          <p:cNvPr id="13" name="Shape 11"/>
          <p:cNvSpPr/>
          <p:nvPr/>
        </p:nvSpPr>
        <p:spPr>
          <a:xfrm>
            <a:off x="4754880" y="2651760"/>
            <a:ext cx="3931920" cy="640080"/>
          </a:xfrm>
          <a:prstGeom prst="roundRect">
            <a:avLst>
              <a:gd name="adj" fmla="val 11429"/>
            </a:avLst>
          </a:prstGeom>
          <a:solidFill>
            <a:srgbClr val="D1FAE5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65176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笔记密密麻麻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46320" y="265176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留白很重要，留给复习补充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429000"/>
            <a:ext cx="3931920" cy="640080"/>
          </a:xfrm>
          <a:prstGeom prst="roundRect">
            <a:avLst>
              <a:gd name="adj" fmla="val 11429"/>
            </a:avLst>
          </a:prstGeom>
          <a:solidFill>
            <a:srgbClr val="FECACA"/>
          </a:solidFill>
          <a:ln/>
        </p:spPr>
      </p:sp>
      <p:sp>
        <p:nvSpPr>
          <p:cNvPr id="17" name="Shape 15"/>
          <p:cNvSpPr/>
          <p:nvPr/>
        </p:nvSpPr>
        <p:spPr>
          <a:xfrm>
            <a:off x="4754880" y="3429000"/>
            <a:ext cx="3931920" cy="640080"/>
          </a:xfrm>
          <a:prstGeom prst="roundRect">
            <a:avLst>
              <a:gd name="adj" fmla="val 11429"/>
            </a:avLst>
          </a:prstGeom>
          <a:solidFill>
            <a:srgbClr val="D1FAE5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42900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记完就扔一边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46320" y="342900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24小时内必须回顾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4206240"/>
            <a:ext cx="3931920" cy="640080"/>
          </a:xfrm>
          <a:prstGeom prst="roundRect">
            <a:avLst>
              <a:gd name="adj" fmla="val 11429"/>
            </a:avLst>
          </a:prstGeom>
          <a:solidFill>
            <a:srgbClr val="FECACA"/>
          </a:solidFill>
          <a:ln/>
        </p:spPr>
      </p:sp>
      <p:sp>
        <p:nvSpPr>
          <p:cNvPr id="21" name="Shape 19"/>
          <p:cNvSpPr/>
          <p:nvPr/>
        </p:nvSpPr>
        <p:spPr>
          <a:xfrm>
            <a:off x="4754880" y="4206240"/>
            <a:ext cx="3931920" cy="640080"/>
          </a:xfrm>
          <a:prstGeom prst="roundRect">
            <a:avLst>
              <a:gd name="adj" fmla="val 11429"/>
            </a:avLst>
          </a:prstGeom>
          <a:solidFill>
            <a:srgbClr val="D1FAE5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20624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只有文字没有图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46320" y="420624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适当用思维导图/框架图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📱 电商专业课笔记示例 — 网络营销推广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2560320"/>
          </a:xfrm>
          <a:prstGeom prst="roundRect">
            <a:avLst>
              <a:gd name="adj" fmla="val 3571"/>
            </a:avLst>
          </a:prstGeom>
          <a:solidFill>
            <a:srgbClr val="FEF3F2"/>
          </a:solidFill>
          <a:ln w="25400">
            <a:solidFill>
              <a:srgbClr val="F9616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430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❌ 低效笔记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35661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第三章 网络营销推广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网络营销的定义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网络营销的特点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常用营销方式：SEO、SEM、社群
   营销、内容营销...
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（整页都是抄书，一个字没理解）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931920" cy="2560320"/>
          </a:xfrm>
          <a:prstGeom prst="roundRect">
            <a:avLst>
              <a:gd name="adj" fmla="val 3571"/>
            </a:avLst>
          </a:prstGeom>
          <a:solidFill>
            <a:srgbClr val="ECFDF5"/>
          </a:solidFill>
          <a:ln w="2540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11430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✅ 高效笔记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37760" y="1554480"/>
            <a:ext cx="35661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营销漏斗模型（康奈尔）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流量→转化→留存→复购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= 付费买流量，见效快但贵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 = 免费优化，见效慢但稳
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?: 私域流量和公域的区别？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79476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E8F6F3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88620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好笔记 = 自己的话 + 框架结构 + 疑问记录 + 定期复习
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电商专业术语多，一定要理解每个词的含义再记！死记硬背没用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🧠 思维导图 — 让知识可视化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0" y="2011680"/>
            <a:ext cx="1828800" cy="10972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0" y="201168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网络营销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推广方式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97280" y="1188720"/>
            <a:ext cx="1645920" cy="822960"/>
          </a:xfrm>
          <a:prstGeom prst="roundRect">
            <a:avLst>
              <a:gd name="adj" fmla="val 13333"/>
            </a:avLst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118872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搜索营销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SEO/SEM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0" y="1188720"/>
            <a:ext cx="1645920" cy="822960"/>
          </a:xfrm>
          <a:prstGeom prst="roundRect">
            <a:avLst>
              <a:gd name="adj" fmla="val 13333"/>
            </a:avLst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0" y="118872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社群营销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微信/小红书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3291840"/>
            <a:ext cx="1645920" cy="822960"/>
          </a:xfrm>
          <a:prstGeom prst="roundRect">
            <a:avLst>
              <a:gd name="adj" fmla="val 13333"/>
            </a:avLst>
          </a:prstGeom>
          <a:solidFill>
            <a:srgbClr val="E67E22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29184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内容营销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短视频/图文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675120" y="3291840"/>
            <a:ext cx="1645920" cy="822960"/>
          </a:xfrm>
          <a:prstGeom prst="roundRect">
            <a:avLst>
              <a:gd name="adj" fmla="val 13333"/>
            </a:avLst>
          </a:prstGeom>
          <a:solidFill>
            <a:srgbClr val="E67E22"/>
          </a:solidFill>
          <a:ln/>
        </p:spPr>
      </p:sp>
      <p:sp>
        <p:nvSpPr>
          <p:cNvPr id="13" name="Text 11"/>
          <p:cNvSpPr/>
          <p:nvPr/>
        </p:nvSpPr>
        <p:spPr>
          <a:xfrm>
            <a:off x="6675120" y="329184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直播电商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抖音/淘宝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0" y="4114800"/>
            <a:ext cx="1645920" cy="822960"/>
          </a:xfrm>
          <a:prstGeom prst="roundRect">
            <a:avLst>
              <a:gd name="adj" fmla="val 13333"/>
            </a:avLst>
          </a:prstGeom>
          <a:solidFill>
            <a:srgbClr val="F96167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0" y="411480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私域运营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社群/公众号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651760" y="1600200"/>
            <a:ext cx="1005840" cy="54864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0" y="1600200"/>
            <a:ext cx="914400" cy="54864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77440" y="3703320"/>
            <a:ext cx="1280160" cy="-54864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0" y="3703320"/>
            <a:ext cx="1188720" cy="-54864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3108960"/>
            <a:ext cx="0" cy="100584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754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思维导图适合：整理章节框架、考前快速回顾、梳理知识点关系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3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028090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🎯 从今天开始改变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2743200" y="1097280"/>
            <a:ext cx="3657600" cy="0"/>
          </a:xfrm>
          <a:prstGeom prst="line">
            <a:avLst/>
          </a:prstGeom>
          <a:noFill/>
          <a:ln w="38100">
            <a:solidFill>
              <a:srgbClr val="F9616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41732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17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63040" y="1371600"/>
            <a:ext cx="7132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准备一本专门的笔记本（康奈尔格式 or 网格本）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31520" y="2130552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1305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63040" y="2084832"/>
            <a:ext cx="7132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上课只记20%核心，80%靠理解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31520" y="2843784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84378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63040" y="2798064"/>
            <a:ext cx="7132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课后24小时内，必须完成「简化+背诵+疑问」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31520" y="3557016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55701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63040" y="3511296"/>
            <a:ext cx="7132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每周日复习本周所有笔记（30分钟）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31520" y="4270248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42702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463040" y="4224528"/>
            <a:ext cx="7132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试着用思维导图整理本章框架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1371600"/>
            <a:ext cx="3657600" cy="3657600"/>
          </a:xfrm>
          <a:prstGeom prst="ellipse">
            <a:avLst/>
          </a:prstGeom>
          <a:solidFill>
            <a:srgbClr val="00A896">
              <a:alpha val="5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💪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2468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笔记是学习的工具，不是装饰品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7DC6F"/>
                </a:solidFill>
              </a:rPr>
              <a:t>从今天开始，做一个会学习的人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0" y="3931920"/>
            <a:ext cx="365760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6F3"/>
                </a:solidFill>
              </a:rPr>
              <a:t>高二《网络营销推广》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高效做笔记</dc:title>
  <dc:subject>PptxGenJS Presentation</dc:subject>
  <dc:creator>Holly</dc:creator>
  <cp:lastModifiedBy>Holly</cp:lastModifiedBy>
  <cp:revision>1</cp:revision>
  <dcterms:created xsi:type="dcterms:W3CDTF">2026-03-27T07:29:16Z</dcterms:created>
  <dcterms:modified xsi:type="dcterms:W3CDTF">2026-03-27T07:29:16Z</dcterms:modified>
</cp:coreProperties>
</file>